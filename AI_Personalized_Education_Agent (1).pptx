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1005840" cy="100584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080" y="640080"/>
            <a:ext cx="1005840" cy="100584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40080" y="17830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Learning &amp; Personalized Education Agent</a:t>
            </a:r>
            <a:endParaRPr lang="en-US" sz="36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29260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Generative AI project: learning that adapts to every student</a:t>
            </a:r>
            <a:endParaRPr lang="en-US" sz="18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36576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Lead: G. Tharuna Sri  (25KE5A0502)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Nanditha  (24KE1A0526)     |     A. Narmada  (24KE1A0510)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Manasa  (24KE1A0511)     |     A. Alekya  (24KE1A0515)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Benisha Mam   |   Malineni Lakshmaiah Women's Engineering College   |   CSE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931920" cy="1691640"/>
          </a:xfrm>
          <a:prstGeom prst="roundRect">
            <a:avLst>
              <a:gd name="adj" fmla="val 540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8016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280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One-size-fits-all teaching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182880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gets the same content at the same speed. Slow learners fall behind, fast learners lose interest, and most students never learn in the way that suits them.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663440" y="1097280"/>
            <a:ext cx="3931920" cy="1691640"/>
          </a:xfrm>
          <a:prstGeom prst="roundRect">
            <a:avLst>
              <a:gd name="adj" fmla="val 540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280160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40680" y="1280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instant doubt support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4892040" y="182880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Doubts stay unsolved until the next class. Students search online and often meet confusing, wrong or too-advanced explanations.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48640" y="2926080"/>
            <a:ext cx="3931920" cy="1691640"/>
          </a:xfrm>
          <a:prstGeom prst="roundRect">
            <a:avLst>
              <a:gd name="adj" fmla="val 540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10896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31089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feedback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777240" y="365760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topics are usually discovered only after exams. By then there is little time to revise, and marks and confidence are already affected.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4663440" y="2926080"/>
            <a:ext cx="3931920" cy="1691640"/>
          </a:xfrm>
          <a:prstGeom prst="roundRect">
            <a:avLst>
              <a:gd name="adj" fmla="val 540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10896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440680" y="31089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overload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4892040" y="365760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large classes and heavy paperwork, teachers cannot track each student individually or prepare custom practice for everyone.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52728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040" y="10515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 learning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3703320" y="10515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the topics, difficulty and pace to each student using their level, goals and past performance, so everyone learns in their own way.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1984248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185416"/>
            <a:ext cx="420624" cy="42062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63040" y="198424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doubt solving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3703320" y="1984248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clear, step-by-step answers at any time, with examples in simple language and in the student's preferred language.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48640" y="2916936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118104"/>
            <a:ext cx="420624" cy="42062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63040" y="2916936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weak areas early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3703320" y="2916936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quiz results and questions asked to spot weak topics quickly, then suggest revision material before exams arrive.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548640" y="3849624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050792"/>
            <a:ext cx="420624" cy="42062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463040" y="3849624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teachers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3703320" y="3849624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repeated explanations and manual work, and give teachers reports on class progress to plan better lessons.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propose an AI-powered tutor built on Generative AI. It understands each student, explains topics in simple words, tests understanding with quizzes, and automatically decides what the student should learn next.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1508760" cy="2240280"/>
          </a:xfrm>
          <a:prstGeom prst="roundRect">
            <a:avLst>
              <a:gd name="adj" fmla="val 6061"/>
            </a:avLst>
          </a:prstGeom>
          <a:solidFill>
            <a:srgbClr val="4F46E5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116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30352" y="2651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Student profile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01752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enters class, subject, goals and preferred language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148840" y="1874520"/>
            <a:ext cx="1508760" cy="2240280"/>
          </a:xfrm>
          <a:prstGeom prst="roundRect">
            <a:avLst>
              <a:gd name="adj" fmla="val 6061"/>
            </a:avLst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201168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221992" y="2651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Quick assessment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2240280" y="301752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test finds current level, strengths and gaps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840480" y="1874520"/>
            <a:ext cx="1508760" cy="2240280"/>
          </a:xfrm>
          <a:prstGeom prst="roundRect">
            <a:avLst>
              <a:gd name="adj" fmla="val 6061"/>
            </a:avLst>
          </a:prstGeom>
          <a:solidFill>
            <a:srgbClr val="4F46E5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01168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913632" y="2651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GenAI tutor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3931920" y="301752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topics, answers doubts and creates practice questions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532120" y="1874520"/>
            <a:ext cx="1508760" cy="2240280"/>
          </a:xfrm>
          <a:prstGeom prst="roundRect">
            <a:avLst>
              <a:gd name="adj" fmla="val 6061"/>
            </a:avLst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201168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605272" y="2651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Adaptive path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5623560" y="301752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topic and difficulty are chosen from quiz results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7223760" y="1874520"/>
            <a:ext cx="1508760" cy="2240280"/>
          </a:xfrm>
          <a:prstGeom prst="roundRect">
            <a:avLst>
              <a:gd name="adj" fmla="val 6061"/>
            </a:avLst>
          </a:prstGeom>
          <a:solidFill>
            <a:srgbClr val="4F46E5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2011680"/>
            <a:ext cx="502920" cy="50292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296912" y="2651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Progress report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7315200" y="301752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and weak topics shown to student and teacher</a:t>
            </a:r>
            <a:endParaRPr lang="en-US" sz="1100" dirty="0"/>
          </a:p>
        </p:txBody>
      </p:sp>
      <p:sp>
        <p:nvSpPr>
          <p:cNvPr id="24" name="Text 17"/>
          <p:cNvSpPr txBox="1"/>
          <p:nvPr/>
        </p:nvSpPr>
        <p:spPr>
          <a:xfrm>
            <a:off x="548640" y="43434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learning becomes a continuous loop of learn, practise, get feedback and improve.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25603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88720"/>
            <a:ext cx="411480" cy="411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6916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AI Tutor Chat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0116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doubts anytime and get step-by-step explanations with simple examples.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291840" y="1051560"/>
            <a:ext cx="25603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188720"/>
            <a:ext cx="411480" cy="4114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474720" y="16916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Learning Path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3474720" y="20116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Lessons, difficulty and pace change automatically based on performance.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035040" y="1051560"/>
            <a:ext cx="25603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217920" y="16916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Quiz Generator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6217920" y="20116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MCQs and short questions from any topic, with answers explained.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2971800"/>
            <a:ext cx="25603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10896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31520" y="36118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Support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731520" y="39319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in English, Telugu, Hindi and more, so language is never a barrier.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3291840" y="2971800"/>
            <a:ext cx="25603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3108960"/>
            <a:ext cx="411480" cy="41148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3474720" y="36118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Summarizer</a:t>
            </a:r>
            <a:endParaRPr lang="en-US" sz="1400" dirty="0"/>
          </a:p>
        </p:txBody>
      </p:sp>
      <p:sp>
        <p:nvSpPr>
          <p:cNvPr id="22" name="Text 15"/>
          <p:cNvSpPr txBox="1"/>
          <p:nvPr/>
        </p:nvSpPr>
        <p:spPr>
          <a:xfrm>
            <a:off x="3474720" y="39319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notes or a chapter and get short summaries and key points to revise.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035040" y="2971800"/>
            <a:ext cx="25603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3108960"/>
            <a:ext cx="411480" cy="41148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6217920" y="36118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400" dirty="0"/>
          </a:p>
        </p:txBody>
      </p:sp>
      <p:sp>
        <p:nvSpPr>
          <p:cNvPr id="26" name="Text 18"/>
          <p:cNvSpPr txBox="1"/>
          <p:nvPr/>
        </p:nvSpPr>
        <p:spPr>
          <a:xfrm>
            <a:off x="6217920" y="39319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scores, study time and weak topics for students and teachers.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 Realistic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4754880" cy="804672"/>
          </a:xfrm>
          <a:prstGeom prst="roundRect">
            <a:avLst>
              <a:gd name="adj" fmla="val 11364"/>
            </a:avLst>
          </a:prstGeom>
          <a:solidFill>
            <a:srgbClr val="4F46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4434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web / mobile app (React) where students chat, take quizzes and view progress.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4754880" cy="804672"/>
          </a:xfrm>
          <a:prstGeom prst="roundRect">
            <a:avLst>
              <a:gd name="adj" fmla="val 11364"/>
            </a:avLst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011680"/>
            <a:ext cx="4434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 server with a database (PostgreSQL) storing profiles, scores and history.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4754880" cy="804672"/>
          </a:xfrm>
          <a:prstGeom prst="roundRect">
            <a:avLst>
              <a:gd name="adj" fmla="val 11364"/>
            </a:avLst>
          </a:prstGeom>
          <a:solidFill>
            <a:srgbClr val="4F46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926080"/>
            <a:ext cx="4434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Layer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 (Claude / GPT) with carefully designed prompts for teaching, quizzes and feedback.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4754880" cy="804672"/>
          </a:xfrm>
          <a:prstGeom prst="roundRect">
            <a:avLst>
              <a:gd name="adj" fmla="val 11364"/>
            </a:avLst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840480"/>
            <a:ext cx="4434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(RAG)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 and textbooks stored in a vector database so answers stay accurate and relevant.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577840" y="1097280"/>
            <a:ext cx="3017520" cy="3547872"/>
          </a:xfrm>
          <a:prstGeom prst="roundRect">
            <a:avLst>
              <a:gd name="adj" fmla="val 303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234440"/>
            <a:ext cx="365760" cy="36576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26364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realistic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760720" y="1737360"/>
            <a:ext cx="26974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ready LLM APIs, so no model training is needed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keeps answers based on the syllabus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Pay-per-use, low cost for a college project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any phone or laptop browser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possible in weeks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Realistic Solutions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343400" y="10058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09344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43000" y="1371600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or made-up answers (hallucination)</a:t>
            </a:r>
            <a:endParaRPr lang="en-US" sz="12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60934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754880" y="137160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RAG on approved textbooks, show the source of each answer and add a "check with teacher" option.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224028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78024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43000" y="2240280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data privacy</a:t>
            </a:r>
            <a:endParaRPr lang="en-US" sz="12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2478024"/>
            <a:ext cx="274320" cy="27432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754880" y="224028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minimum data, encrypt it, take consent and never share it with third parties.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548640" y="310896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346704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143000" y="3108960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cost</a:t>
            </a:r>
            <a:endParaRPr lang="en-US" sz="12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3346704"/>
            <a:ext cx="274320" cy="27432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4754880" y="310896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repeated answers, use smaller models for simple tasks and set daily usage limits.</a:t>
            </a:r>
            <a:endParaRPr lang="en-US" sz="1100" dirty="0"/>
          </a:p>
        </p:txBody>
      </p:sp>
      <p:sp>
        <p:nvSpPr>
          <p:cNvPr id="20" name="Shape 12"/>
          <p:cNvSpPr/>
          <p:nvPr/>
        </p:nvSpPr>
        <p:spPr>
          <a:xfrm>
            <a:off x="548640" y="397764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215384"/>
            <a:ext cx="274320" cy="274320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1143000" y="3977640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depending too much on AI</a:t>
            </a:r>
            <a:endParaRPr lang="en-US" sz="125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43400" y="4215384"/>
            <a:ext cx="274320" cy="274320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4754880" y="397764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hints first and full answers later, and use quizzes to make sure students really understand.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920240" cy="28346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34440"/>
            <a:ext cx="502920" cy="5029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28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214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1-2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450592"/>
            <a:ext cx="1554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requirements and syllabus data, choose the LLM API, design prompts and plan the database.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51760" y="1097280"/>
            <a:ext cx="1920240" cy="28346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0" y="123444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3464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1828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834640" y="21214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3-5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834640" y="2450592"/>
            <a:ext cx="1554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AI tutor chat with RAG for one subject, and set up the backend and login.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097280"/>
            <a:ext cx="1920240" cy="28346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0" y="1234440"/>
            <a:ext cx="502920" cy="5029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3776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1828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21214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6-8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937760" y="2450592"/>
            <a:ext cx="1554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student profiles, quiz generator, adaptive learning path and the analytics dashboard.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0" y="1097280"/>
            <a:ext cx="1920240" cy="28346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40880" y="123444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04088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1828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40880" y="21214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9-10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040880" y="2450592"/>
            <a:ext cx="1554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real students, collect feedback, fix issues, improve answers and prepare the demo.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1605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FastAPI, React, PostgreSQL, Chroma vector database, LLM API (Claude / GPT), Git and GitHub for teamwork.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Future Scope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560320" cy="2423160"/>
          </a:xfrm>
          <a:prstGeom prst="roundRect">
            <a:avLst>
              <a:gd name="adj" fmla="val 377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8016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" y="1874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learning outcomes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24028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learn at their own pace with clear explanations and regular practice, improving understanding and confidence.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3291840" y="1097280"/>
            <a:ext cx="2560320" cy="2423160"/>
          </a:xfrm>
          <a:prstGeom prst="roundRect">
            <a:avLst>
              <a:gd name="adj" fmla="val 377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280160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520440" y="1874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teacher time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3520440" y="224028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handles common doubts and practice creation, so teachers can focus on mentoring and difficult concepts.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035040" y="1097280"/>
            <a:ext cx="2560320" cy="2423160"/>
          </a:xfrm>
          <a:prstGeom prst="roundRect">
            <a:avLst>
              <a:gd name="adj" fmla="val 377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8016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263640" y="1874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to all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6263640" y="224028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cost, available 24/7 and in local languages, helping students from rural and urban areas equally.</a:t>
            </a:r>
            <a:endParaRPr lang="en-US" sz="115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3794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scope: 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voice-based tutor, mobile app, teacher dashboard, more subjects and languages, and learning support for competitive exams.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640080"/>
            <a:ext cx="914400" cy="914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6916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26974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conclusion, an AI learning agent can give every student a personal tutor: instant help, practice that adapts, and early feedback, all at low cost.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118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G. Tharuna Sri (Lead), B. Nanditha, A. Narmada, A. Manasa, A. Alekya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2026-09-30T05:48:11Z</dcterms:created>
  <dcterms:modified xsi:type="dcterms:W3CDTF">2026-09-30T05:48:11Z</dcterms:modified>
</cp:coreProperties>
</file>